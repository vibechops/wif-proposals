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WOMEN IN FILM INDIA × GOOGLE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Creator Lab</a:t>
            </a:r>
          </a:p>
          <a:p>
            <a:r>
              <a:t>A National Creative Movement</a:t>
            </a:r>
          </a:p>
          <a:p>
            <a:r>
              <a:t>Proposal Budget: USD 100,000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Position Google AI as the creative companion for storytellers</a:t>
            </a:r>
          </a:p>
          <a:p>
            <a:pPr>
              <a:defRPr sz="2400"/>
            </a:pPr>
            <a:r>
              <a:t>Reach 10,000+ creators across India</a:t>
            </a:r>
          </a:p>
          <a:p>
            <a:pPr>
              <a:defRPr sz="2400"/>
            </a:pPr>
            <a:r>
              <a:t>Build habit, not just awareness</a:t>
            </a:r>
          </a:p>
          <a:p>
            <a:pPr>
              <a:defRPr sz="2400"/>
            </a:pPr>
            <a:r>
              <a:t>Create an enduring creator community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One Prompt. A Thousand Stories.</a:t>
            </a:r>
          </a:p>
          <a:p>
            <a:pPr>
              <a:defRPr sz="2400"/>
            </a:pPr>
            <a:r>
              <a:t>Transform workshops into a nationwide creative movement</a:t>
            </a:r>
          </a:p>
          <a:p>
            <a:pPr>
              <a:defRPr sz="2400"/>
            </a:pPr>
            <a:r>
              <a:t>Blend learning, collaboration and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Film schools + professionals + independent creators</a:t>
            </a:r>
          </a:p>
          <a:p>
            <a:pPr>
              <a:defRPr sz="2400"/>
            </a:pPr>
            <a:r>
              <a:t>Online + offline + creator challenges</a:t>
            </a:r>
          </a:p>
          <a:p>
            <a:pPr>
              <a:defRPr sz="2400"/>
            </a:pPr>
            <a:r>
              <a:t>Responsible AI adoption</a:t>
            </a:r>
          </a:p>
          <a:p>
            <a:pPr>
              <a:defRPr sz="2400"/>
            </a:pPr>
            <a:r>
              <a:t>National community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Discover: Masterclasses</a:t>
            </a:r>
          </a:p>
          <a:p>
            <a:pPr>
              <a:defRPr sz="2400"/>
            </a:pPr>
            <a:r>
              <a:t>Create: Weekly prompts</a:t>
            </a:r>
          </a:p>
          <a:p>
            <a:pPr>
              <a:defRPr sz="2400"/>
            </a:pPr>
            <a:r>
              <a:t>Collaborate: Cross-functional teams</a:t>
            </a:r>
          </a:p>
          <a:p>
            <a:pPr>
              <a:defRPr sz="2400"/>
            </a:pPr>
            <a:r>
              <a:t>Showcase: Google AI Originals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Monday: Prompt drops</a:t>
            </a:r>
          </a:p>
          <a:p>
            <a:pPr>
              <a:defRPr sz="2400"/>
            </a:pPr>
            <a:r>
              <a:t>Wednesday: AI Clinic</a:t>
            </a:r>
          </a:p>
          <a:p>
            <a:pPr>
              <a:defRPr sz="2400"/>
            </a:pPr>
            <a:r>
              <a:t>Friday: Creator Spotlight</a:t>
            </a:r>
          </a:p>
          <a:p>
            <a:pPr>
              <a:defRPr sz="2400"/>
            </a:pPr>
            <a:r>
              <a:t>Monthly: Live Showcase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Creator Collective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Prompt Library</a:t>
            </a:r>
          </a:p>
          <a:p>
            <a:pPr>
              <a:defRPr sz="2400"/>
            </a:pPr>
            <a:r>
              <a:t>Badges &amp; recognition</a:t>
            </a:r>
          </a:p>
          <a:p>
            <a:pPr>
              <a:defRPr sz="2400"/>
            </a:pPr>
            <a:r>
              <a:t>Mentorship</a:t>
            </a:r>
          </a:p>
          <a:p>
            <a:pPr>
              <a:defRPr sz="2400"/>
            </a:pPr>
            <a:r>
              <a:t>Peer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AI Originals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Top 25 shortlisted</a:t>
            </a:r>
          </a:p>
          <a:p>
            <a:pPr>
              <a:defRPr sz="2400"/>
            </a:pPr>
            <a:r>
              <a:t>Top 5 receive creation grants</a:t>
            </a:r>
          </a:p>
          <a:p>
            <a:pPr>
              <a:defRPr sz="2400"/>
            </a:pPr>
            <a:r>
              <a:t>Prototype films, campaigns or creative concepts</a:t>
            </a:r>
          </a:p>
          <a:p>
            <a:pPr>
              <a:defRPr sz="2400"/>
            </a:pPr>
            <a:r>
              <a:t>National showcase 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Reach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10,000+ creators</a:t>
            </a:r>
          </a:p>
          <a:p>
            <a:pPr>
              <a:defRPr sz="2400"/>
            </a:pPr>
            <a:r>
              <a:t>100+ institutes</a:t>
            </a:r>
          </a:p>
          <a:p>
            <a:pPr>
              <a:defRPr sz="2400"/>
            </a:pPr>
            <a:r>
              <a:t>5 flagship cities</a:t>
            </a:r>
          </a:p>
          <a:p>
            <a:pPr>
              <a:defRPr sz="2400"/>
            </a:pPr>
            <a:r>
              <a:t>2M+ digital impressions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Program &amp; ops: $15k</a:t>
            </a:r>
          </a:p>
          <a:p>
            <a:pPr>
              <a:defRPr sz="2400"/>
            </a:pPr>
            <a:r>
              <a:t>Events: $30k</a:t>
            </a:r>
          </a:p>
          <a:p>
            <a:pPr>
              <a:defRPr sz="2400"/>
            </a:pPr>
            <a:r>
              <a:t>Content &amp; digital: $22k</a:t>
            </a:r>
          </a:p>
          <a:p>
            <a:pPr>
              <a:defRPr sz="2400"/>
            </a:pPr>
            <a:r>
              <a:t>Speakers, grants, PR &amp; reporting: balance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Women in Film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Trusted community</a:t>
            </a:r>
          </a:p>
          <a:p>
            <a:pPr>
              <a:defRPr sz="2400"/>
            </a:pPr>
            <a:r>
              <a:t>National reach</a:t>
            </a:r>
          </a:p>
          <a:p>
            <a:pPr>
              <a:defRPr sz="2400"/>
            </a:pPr>
            <a:r>
              <a:t>Industry leadership</a:t>
            </a:r>
          </a:p>
          <a:p>
            <a:pPr>
              <a:defRPr sz="2400"/>
            </a:pPr>
            <a:r>
              <a:t>Ability to turn AI into a movement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Let's build India's largest AI-powered creator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